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FUL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Waterful — Meta Ads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ads across every aspect — with creative thumbnails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 – June 11, 2026   ·   ~6 weeks   ·   101 ads with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10972800" cy="36576"/>
          </a:xfrm>
          <a:prstGeom prst="rect">
            <a:avLst/>
          </a:prstGeom>
          <a:solidFill>
            <a:srgbClr val="E8DFD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Spend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went — total spend in the window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43000"/>
            <a:ext cx="265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8686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143000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143000"/>
            <a:ext cx="53035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143000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143000"/>
            <a:ext cx="13716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114300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1143000"/>
            <a:ext cx="11430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14300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1143000"/>
            <a:ext cx="9601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28632" y="114300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0" y="1143000"/>
            <a:ext cx="11887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88752" y="1143000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45389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5389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21" name="Image 0" descr="c:\Users\prabh\OneDrive\Documents\login\.tmp-thumbnails\1202452403007501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1490472"/>
            <a:ext cx="795528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10512" y="145389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14032" y="145389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85632" y="145389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28632" y="145389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88752" y="145389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09397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09397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9" name="Image 1" descr="c:\Users\prabh\OneDrive\Documents\login\.tmp-thumbnails\12024484233846016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2130552"/>
            <a:ext cx="795528" cy="5669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810512" y="209397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| Mixed Berries RTB | 14May26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114032" y="209397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₹1.44L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485632" y="209397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₹1.44L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628632" y="209397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1.26x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588752" y="209397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273405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7200" y="27340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37" name="Image 2" descr="c:\Users\prabh\OneDrive\Documents\login\.tmp-thumbnails\12024585585158016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770632"/>
            <a:ext cx="795528" cy="5669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810512" y="273405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2  | 25May26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114032" y="273405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₹1.11L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85632" y="273405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₹1.11L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628632" y="273405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1.13x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0588752" y="273405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457200" y="337413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57200" y="33741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45" name="Image 3" descr="c:\Users\prabh\OneDrive\Documents\login\.tmp-thumbnails\12024514099109016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3410712"/>
            <a:ext cx="795528" cy="5669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810512" y="337413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114032" y="337413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₹64.8K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8485632" y="337413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₹64.8K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628632" y="337413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1.17x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10588752" y="337413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457200" y="401421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57200" y="40142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3" name="Image 4" descr="c:\Users\prabh\OneDrive\Documents\login\.tmp-thumbnails\12024390196804016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5256" y="4050792"/>
            <a:ext cx="795528" cy="56692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810512" y="401421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|  30May26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7114032" y="401421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₹64.0K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8485632" y="401421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₹64.0K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9628632" y="401421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0.89x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0588752" y="401421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457200" y="4791456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C99954">
              <a:alpha val="12000"/>
            </a:srgbClr>
          </a:solidFill>
          <a:ln w="12700">
            <a:solidFill>
              <a:srgbClr val="C99954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85800" y="4864608"/>
            <a:ext cx="107899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₹5.4L went to the top 5 alone. Berry Cola creatives dominate the budget — 3 of 5 are Berry Cola variants. Healthy that spend leaders are also purchase leaders, but the concentration is a risk.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ROAS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 on every rupee spent (filtered to ≥ ₹5K spend)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43000"/>
            <a:ext cx="265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8686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143000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143000"/>
            <a:ext cx="53035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143000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143000"/>
            <a:ext cx="13716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114300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1143000"/>
            <a:ext cx="11430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14300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1143000"/>
            <a:ext cx="9601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28632" y="114300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0" y="1143000"/>
            <a:ext cx="11887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88752" y="1143000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45389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5389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21" name="Image 0" descr="c:\Users\prabh\OneDrive\Documents\login\.tmp-thumbnails\1202448430464201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1490472"/>
            <a:ext cx="795528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10512" y="145389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| Berry Cola RTB2 |  14May26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14032" y="145389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1.91x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85632" y="145389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₹19.3K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28632" y="145389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88752" y="145389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09397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09397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9" name="Image 1" descr="c:\Users\prabh\OneDrive\Documents\login\.tmp-thumbnails\12024572275906016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2130552"/>
            <a:ext cx="795528" cy="5669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810512" y="209397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2  | 25May26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114032" y="209397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1.36x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485632" y="209397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₹63.7K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628632" y="209397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1.36x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588752" y="209397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273405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7200" y="27340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37" name="Image 2" descr="c:\Users\prabh\OneDrive\Documents\login\.tmp-thumbnails\12024692957206016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770632"/>
            <a:ext cx="795528" cy="5669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810512" y="273405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BC_H2 | 09Jun26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114032" y="273405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1.35x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85632" y="273405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₹5.9K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628632" y="273405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1.35x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0588752" y="273405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457200" y="337413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57200" y="33741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45" name="Image 3" descr="c:\Users\prabh\OneDrive\Documents\login\.tmp-thumbnails\12024524042780016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3410712"/>
            <a:ext cx="795528" cy="5669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810512" y="337413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| Comparison 1 | 20May26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114032" y="337413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1.32x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8485632" y="337413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₹10.1K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628632" y="337413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1.32x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10588752" y="337413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457200" y="401421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57200" y="40142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3" name="Image 4" descr="c:\Users\prabh\OneDrive\Documents\login\.tmp-thumbnails\12024390147198016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5256" y="4050792"/>
            <a:ext cx="795528" cy="56692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810512" y="401421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| Static office 1 | 30May26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7114032" y="401421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1.28x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8485632" y="401421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₹14.6K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9628632" y="401421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1.28x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0588752" y="401421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457200" y="4791456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7A9471">
              <a:alpha val="12000"/>
            </a:srgbClr>
          </a:solidFill>
          <a:ln w="12700">
            <a:solidFill>
              <a:srgbClr val="7A9471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85800" y="4864608"/>
            <a:ext cx="107899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Berry Cola RTB2 — your most profitable ad. Double its budget tomorrow. BC_H2 launched Jun 9 is already a winner — watch and scale.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Purchases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drivers — most orders attributed in the window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43000"/>
            <a:ext cx="265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8686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143000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143000"/>
            <a:ext cx="53035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143000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143000"/>
            <a:ext cx="13716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114300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1143000"/>
            <a:ext cx="11430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14300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1143000"/>
            <a:ext cx="9601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28632" y="114300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0" y="1143000"/>
            <a:ext cx="11887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88752" y="1143000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45389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5389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21" name="Image 0" descr="c:\Users\prabh\OneDrive\Documents\login\.tmp-thumbnails\1202448423384601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1490472"/>
            <a:ext cx="795528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10512" y="145389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| Mixed Berries RTB | 14May26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14032" y="145389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85632" y="145389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28632" y="145389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88752" y="145389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09397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09397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9" name="Image 1" descr="c:\Users\prabh\OneDrive\Documents\login\.tmp-thumbnails\12024524030075016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2130552"/>
            <a:ext cx="795528" cy="5669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810512" y="209397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114032" y="209397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485632" y="209397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628632" y="209397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1.02x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588752" y="209397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273405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7200" y="27340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37" name="Image 2" descr="c:\Users\prabh\OneDrive\Documents\login\.tmp-thumbnails\12024585585158016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770632"/>
            <a:ext cx="795528" cy="5669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810512" y="273405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2  | 25May26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114032" y="273405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85632" y="273405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₹1.11L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628632" y="273405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1.13x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0588752" y="273405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457200" y="337413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57200" y="33741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45" name="Image 3" descr="c:\Users\prabh\OneDrive\Documents\login\.tmp-thumbnails\12024572275906016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3410712"/>
            <a:ext cx="795528" cy="5669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810512" y="337413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2  | 25May26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114032" y="337413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8485632" y="337413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₹63.7K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628632" y="337413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1.36x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10588752" y="337413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457200" y="401421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57200" y="40142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3" name="Image 4" descr="c:\Users\prabh\OneDrive\Documents\login\.tmp-thumbnails\12024514099109016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5256" y="4050792"/>
            <a:ext cx="795528" cy="56692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810512" y="401421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7114032" y="401421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8485632" y="401421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₹64.8K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9628632" y="401421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1.17x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0588752" y="401421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457200" y="4791456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7C8BB2">
              <a:alpha val="12000"/>
            </a:srgbClr>
          </a:solidFill>
          <a:ln w="12700">
            <a:solidFill>
              <a:srgbClr val="7C8BB2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85800" y="4864608"/>
            <a:ext cx="107899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purchases line up — money is going to ads that work. Mixed Berries RTB has slightly better unit economics than Berry Cola PM at similar spend.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CTR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click-through rate (≥ ₹3K spend)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43000"/>
            <a:ext cx="265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8686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143000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143000"/>
            <a:ext cx="53035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143000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143000"/>
            <a:ext cx="13716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114300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1143000"/>
            <a:ext cx="11430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14300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1143000"/>
            <a:ext cx="9601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28632" y="114300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0" y="1143000"/>
            <a:ext cx="11887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88752" y="1143000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45389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5389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21" name="Image 0" descr="c:\Users\prabh\OneDrive\Documents\login\.tmp-thumbnails\1202452403007501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1490472"/>
            <a:ext cx="795528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10512" y="145389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14032" y="145389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4.21%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85632" y="145389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28632" y="145389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88752" y="145389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09397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09397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9" name="Image 1" descr="c:\Users\prabh\OneDrive\Documents\login\.tmp-thumbnails\12024514099109016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2130552"/>
            <a:ext cx="795528" cy="5669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810512" y="209397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114032" y="209397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4.01%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485632" y="209397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₹64.8K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628632" y="209397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1.17x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588752" y="209397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273405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7200" y="27340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37" name="Image 2" descr="c:\Users\prabh\OneDrive\Documents\login\.tmp-thumbnails\12024390147199016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770632"/>
            <a:ext cx="795528" cy="5669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810512" y="273405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| Static office 2 | 30May26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114032" y="273405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1.86%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85632" y="273405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₹16.2K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628632" y="273405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0.73x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0588752" y="273405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457200" y="337413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57200" y="33741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45" name="Image 3" descr="c:\Users\prabh\OneDrive\Documents\login\.tmp-thumbnails\12024432603883016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3410712"/>
            <a:ext cx="795528" cy="5669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810512" y="337413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EISM Flight | 04May26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114032" y="337413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1.82%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8485632" y="337413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₹5.7K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628632" y="337413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0.27x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10588752" y="337413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457200" y="401421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57200" y="40142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3" name="Image 4" descr="c:\Users\prabh\OneDrive\Documents\login\.tmp-thumbnails\12024390196804016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5256" y="4050792"/>
            <a:ext cx="795528" cy="56692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810512" y="401421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|  30May26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7114032" y="401421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8485632" y="401421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₹64.0K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9628632" y="401421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0.89x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0588752" y="401421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457200" y="4791456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D97777">
              <a:alpha val="12000"/>
            </a:srgbClr>
          </a:solidFill>
          <a:ln w="12700">
            <a:solidFill>
              <a:srgbClr val="D97777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85800" y="4864608"/>
            <a:ext cx="107899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Cola PM has 4.2% CTR (way above industry 1-2%) but only 1.02x ROAS — the click problem isn't an ad problem, it's a landing-page / offer problem. Audit the funnel for Berry Cola.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Hook 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3-second video opens — % staying past the hook (≥ ₹3K spend)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7432"/>
          </a:xfrm>
          <a:prstGeom prst="rect">
            <a:avLst/>
          </a:prstGeom>
          <a:solidFill>
            <a:srgbClr val="E8DFD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43000"/>
            <a:ext cx="265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86868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143000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143000"/>
            <a:ext cx="53035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143000"/>
            <a:ext cx="5157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143000"/>
            <a:ext cx="13716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114300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1143000"/>
            <a:ext cx="114300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14300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1143000"/>
            <a:ext cx="9601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28632" y="1143000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0" y="1143000"/>
            <a:ext cx="1188720" cy="310896"/>
          </a:xfrm>
          <a:prstGeom prst="rect">
            <a:avLst/>
          </a:prstGeom>
          <a:solidFill>
            <a:srgbClr val="4A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88752" y="1143000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45389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5389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21" name="Image 0" descr="c:\Users\prabh\OneDrive\Documents\login\.tmp-thumbnails\1202443260388301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1490472"/>
            <a:ext cx="795528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10512" y="145389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EISM Flight | 04May26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14032" y="145389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85632" y="145389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28632" y="145389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88752" y="145389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09397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09397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9" name="Image 1" descr="c:\Users\prabh\OneDrive\Documents\login\.tmp-thumbnails\12024413242332016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2130552"/>
            <a:ext cx="795528" cy="5669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810512" y="209397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EISM Flight | 04May26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114032" y="209397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485632" y="209397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₹24.9K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628632" y="209397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0.83x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588752" y="209397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273405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7200" y="27340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37" name="Image 2" descr="c:\Users\prabh\OneDrive\Documents\login\.tmp-thumbnails\12024524030075016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770632"/>
            <a:ext cx="795528" cy="5669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810512" y="273405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114032" y="273405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85632" y="273405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628632" y="273405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1.02x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0588752" y="273405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457200" y="337413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57200" y="33741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45" name="Image 3" descr="c:\Users\prabh\OneDrive\Documents\login\.tmp-thumbnails\12024514099109016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3410712"/>
            <a:ext cx="795528" cy="5669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810512" y="337413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Berry Cola PM |  18May26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114032" y="337413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31.1%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8485632" y="337413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₹64.8K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628632" y="337413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1.17x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10588752" y="337413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457200" y="401421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57200" y="40142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3" name="Image 4" descr="c:\Users\prabh\OneDrive\Documents\login\.tmp-thumbnails\120243901968060167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5256" y="4050792"/>
            <a:ext cx="795528" cy="56692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810512" y="4014216"/>
            <a:ext cx="5157216" cy="64008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| lime &amp; Lemon | 30May26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7114032" y="4014216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8485632" y="4014216"/>
            <a:ext cx="996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₹4.0K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9628632" y="4014216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0.82x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0588752" y="4014216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457200" y="4791456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C99954">
              <a:alpha val="12000"/>
            </a:srgbClr>
          </a:solidFill>
          <a:ln w="12700">
            <a:solidFill>
              <a:srgbClr val="C99954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85800" y="4864608"/>
            <a:ext cx="107899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EISM Flight has the BEST hook (45%) but the WORST ROAS (0.27x). The opener works, the rest doesn't convert. Repurpose the opener or rework the body.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Waterful — Meta Ads Performance · May 1 – Jun 11, 2026</dc:title>
  <dc:subject>PptxGenJS Presentation</dc:subject>
  <dc:creator>Waterful Dashboard</dc:creator>
  <cp:lastModifiedBy>Waterful Dashboard</cp:lastModifiedBy>
  <cp:revision>1</cp:revision>
  <dcterms:created xsi:type="dcterms:W3CDTF">2026-06-15T06:24:46Z</dcterms:created>
  <dcterms:modified xsi:type="dcterms:W3CDTF">2026-06-15T06:24:46Z</dcterms:modified>
</cp:coreProperties>
</file>