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a K" userId="2c6d950864cc8dc1" providerId="LiveId" clId="{DE193273-03B6-4C12-8969-E87049B63476}"/>
    <pc:docChg chg="undo custSel modSld">
      <pc:chgData name="Prabha K" userId="2c6d950864cc8dc1" providerId="LiveId" clId="{DE193273-03B6-4C12-8969-E87049B63476}" dt="2026-06-15T06:12:37.145" v="16" actId="14100"/>
      <pc:docMkLst>
        <pc:docMk/>
      </pc:docMkLst>
      <pc:sldChg chg="modSp mod">
        <pc:chgData name="Prabha K" userId="2c6d950864cc8dc1" providerId="LiveId" clId="{DE193273-03B6-4C12-8969-E87049B63476}" dt="2026-06-15T06:00:26.723" v="7" actId="14734"/>
        <pc:sldMkLst>
          <pc:docMk/>
          <pc:sldMk cId="0" sldId="257"/>
        </pc:sldMkLst>
        <pc:graphicFrameChg chg="mod modGraphic">
          <ac:chgData name="Prabha K" userId="2c6d950864cc8dc1" providerId="LiveId" clId="{DE193273-03B6-4C12-8969-E87049B63476}" dt="2026-06-15T06:00:26.723" v="7" actId="14734"/>
          <ac:graphicFrameMkLst>
            <pc:docMk/>
            <pc:sldMk cId="0" sldId="257"/>
            <ac:graphicFrameMk id="5" creationId="{00000000-0000-0000-0000-000000000000}"/>
          </ac:graphicFrameMkLst>
        </pc:graphicFrameChg>
      </pc:sldChg>
      <pc:sldChg chg="modSp mod">
        <pc:chgData name="Prabha K" userId="2c6d950864cc8dc1" providerId="LiveId" clId="{DE193273-03B6-4C12-8969-E87049B63476}" dt="2026-06-15T06:11:45.217" v="15" actId="14734"/>
        <pc:sldMkLst>
          <pc:docMk/>
          <pc:sldMk cId="0" sldId="258"/>
        </pc:sldMkLst>
        <pc:graphicFrameChg chg="modGraphic">
          <ac:chgData name="Prabha K" userId="2c6d950864cc8dc1" providerId="LiveId" clId="{DE193273-03B6-4C12-8969-E87049B63476}" dt="2026-06-15T06:11:45.217" v="15" actId="14734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mod">
        <pc:chgData name="Prabha K" userId="2c6d950864cc8dc1" providerId="LiveId" clId="{DE193273-03B6-4C12-8969-E87049B63476}" dt="2026-06-15T06:12:37.145" v="16" actId="14100"/>
        <pc:sldMkLst>
          <pc:docMk/>
          <pc:sldMk cId="0" sldId="263"/>
        </pc:sldMkLst>
        <pc:spChg chg="mod">
          <ac:chgData name="Prabha K" userId="2c6d950864cc8dc1" providerId="LiveId" clId="{DE193273-03B6-4C12-8969-E87049B63476}" dt="2026-06-15T06:12:37.145" v="16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Prabha K" userId="2c6d950864cc8dc1" providerId="LiveId" clId="{DE193273-03B6-4C12-8969-E87049B63476}" dt="2026-06-15T06:02:07.674" v="9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rabha K" userId="2c6d950864cc8dc1" providerId="LiveId" clId="{DE193273-03B6-4C12-8969-E87049B63476}" dt="2026-06-15T06:02:13.665" v="10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rabha K" userId="2c6d950864cc8dc1" providerId="LiveId" clId="{DE193273-03B6-4C12-8969-E87049B63476}" dt="2026-06-15T06:02:29.718" v="14" actId="20577"/>
          <ac:spMkLst>
            <pc:docMk/>
            <pc:sldMk cId="0" sldId="26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9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FUL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Waterful — Meta Ads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ads across every aspect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 – June 11, 2026   ·   ~6 weeks   ·   101 ads with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097280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waterful-dashboard / Meta Marketing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Spend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went — total spend in the window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629862"/>
              </p:ext>
            </p:extLst>
          </p:nvPr>
        </p:nvGraphicFramePr>
        <p:xfrm>
          <a:off x="214685" y="1508760"/>
          <a:ext cx="7148223" cy="3017520"/>
        </p:xfrm>
        <a:graphic>
          <a:graphicData uri="http://schemas.openxmlformats.org/drawingml/2006/table">
            <a:tbl>
              <a:tblPr/>
              <a:tblGrid>
                <a:gridCol w="79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64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Mixed Berries RTB | 14May26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2 | 25May26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₹1.11L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₹1.11L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₹0.65L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₹0.65L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| 30May26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C99954">
              <a:alpha val="12000"/>
            </a:srgbClr>
          </a:solidFill>
          <a:ln w="12700">
            <a:solidFill>
              <a:srgbClr val="C99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₹5.4L went to the top 5 alone. Berry Cola creatives dominate the budget — 3 of 5 are Berry Cola variants. Healthy that spend leaders are also purchase leaders, but the concentration is a risk.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ROAS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return on every rupee spent (filtered to ≥ ₹5K spend)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002964"/>
              </p:ext>
            </p:extLst>
          </p:nvPr>
        </p:nvGraphicFramePr>
        <p:xfrm>
          <a:off x="457200" y="1508760"/>
          <a:ext cx="11247120" cy="3017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1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Berry Cola RTB2 | 14May26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2 | 25May26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BC_H2 | 09Jun26  (NEW)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Comparison 1 | 20May26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Static office 1 | 30May26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7A9471">
              <a:alpha val="12000"/>
            </a:srgbClr>
          </a:solidFill>
          <a:ln w="12700">
            <a:solidFill>
              <a:srgbClr val="7A94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Hidden gem: Static Berry Cola RTB2 — your most profitable ad at 1.91x but only ₹19K spend. Doubling its budget tomorrow is the highest-leverage move you can make. BC_H2 (launched Jun 9) is already at 1.35x with tiny spend — watch and scale.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Purchases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drivers — most orders attributed in the window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017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Mixed Berries RTB | 14May26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C8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C8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2 | 25May26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C8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₹1.11L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2 | 25May26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C8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7A94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7C8B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7C8BB2">
              <a:alpha val="12000"/>
            </a:srgbClr>
          </a:solidFill>
          <a:ln w="12700">
            <a:solidFill>
              <a:srgbClr val="7C8B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ads appear in both Spend and Purchases lists — money is going to ads that work. Mixed Berries RTB has slightly better unit economics than Berry Cola PM (1.26x vs 1.02x ROAS at similar spend).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CTR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click-through rate — most clicks per impression (≥ ₹3K spend)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017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| Static office 2 | 30May26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EISM Flight | 04May26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| 30May26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D97777">
              <a:alpha val="12000"/>
            </a:srgbClr>
          </a:solidFill>
          <a:ln w="12700">
            <a:solidFill>
              <a:srgbClr val="D9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Cola PM has an insanely high CTR — 4.2% vs the 1-2% industry average. People LOVE clicking it. But its ROAS sits at 1.02x — the click problem isn't an ad problem, it's a post-click conversion problem. Audit the landing page, pricing, or offer for Berry Cola.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Hook Rate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3-second video opens — % of viewers who stayed past the hook (≥ ₹3K spend)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3017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EISM Flight | 04May26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EISM Flight | 04May26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₹1.54L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Berry Cola PM | 18May26 (dup)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| Lime &amp; Lemon | 30May26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C99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D9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A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C99954">
              <a:alpha val="12000"/>
            </a:srgbClr>
          </a:solidFill>
          <a:ln w="12700">
            <a:solidFill>
              <a:srgbClr val="C999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4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means: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EISM Flight has the BEST hook in your catalog (45%) but the WORST ROAS (0.27x). The opener works — the rest of the video doesn't convert. Either repurpose the opener for another product, or rework the body of the ad to match the hook's promise.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— what to do tomorrow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ranked by leverage. Highest impact at the 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37160" cy="777240"/>
          </a:xfrm>
          <a:prstGeom prst="rect">
            <a:avLst/>
          </a:prstGeom>
          <a:solidFill>
            <a:srgbClr val="7A94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Scale Static Berry Cola RTB2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1.91x ROAS at only ₹19K spend. Double its budget — your highest-leverage single action.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37160" cy="777240"/>
          </a:xfrm>
          <a:prstGeom prst="rect">
            <a:avLst/>
          </a:prstGeom>
          <a:solidFill>
            <a:srgbClr val="7A94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Watch + scale BC_H2 (09Jun26)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launch, already at 1.35x ROAS with ₹6K spend. Give it 3-4 days, then 2x the budget if it holds.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37160" cy="777240"/>
          </a:xfrm>
          <a:prstGeom prst="rect">
            <a:avLst/>
          </a:prstGeom>
          <a:solidFill>
            <a:srgbClr val="D97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Audit Berry Cola landing page / offer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5387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Cola PM gets 4.21% CTR but only 1.02x ROAS. The clicks are gold, the post-click is failing. Fix the funnel, not the 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37160" cy="777240"/>
          </a:xfrm>
          <a:prstGeom prst="rect">
            <a:avLst/>
          </a:prstGeom>
          <a:solidFill>
            <a:srgbClr val="C999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Repurpose EISM Flight's hook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4074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hook rate (best in your catalog) wasted on a 0.27x ROAS ad. Use that opener for a better-converting product.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37160" cy="777240"/>
          </a:xfrm>
          <a:prstGeom prst="rect">
            <a:avLst/>
          </a:prstGeom>
          <a:solidFill>
            <a:srgbClr val="D97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Diversify away from Berry Cola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276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top 5 ads are Berry Cola. If that audience saturates you lose 60%+ of revenue overnight. Push Mixed Berries / Blue Ocean / Lemon creatives harder.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137160" cy="777240"/>
          </a:xfrm>
          <a:prstGeom prst="rect">
            <a:avLst/>
          </a:prstGeom>
          <a:solidFill>
            <a:srgbClr val="7C8B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58521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Investigate duplicate-ad pattern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144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ads appear twice in the top 5 (same name, different ad sets). Confirm both audiences are genuinely separate — not just an accidental duplicate eating budget.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E8D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294" y="1545336"/>
            <a:ext cx="1944094" cy="154076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 by ROAS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Berry Cola RTB2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6506" y="11658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900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 by spend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₹1.54L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Berry Cola PM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07657" y="116745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 by hook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EISM Flight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280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06840" y="1371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 by purchases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06840" y="1737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0684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Mixed Berries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-139148" y="40690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going to ads that work — top spend = top conversions, healthy alignment.
</a:t>
            </a:r>
            <a:r>
              <a:rPr lang="en-US" sz="1300" b="1" dirty="0">
                <a:solidFill>
                  <a:srgbClr val="C99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hidden gem is Static Berry Cola RTB2 — under-invested, double its budget.
</a:t>
            </a:r>
            <a:r>
              <a:rPr lang="en-US" sz="1300" b="1" dirty="0">
                <a:solidFill>
                  <a:srgbClr val="D9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leak is Berry Cola PM's post-click conversion — fix the landing page.
</a:t>
            </a:r>
            <a:r>
              <a:rPr lang="en-US" sz="1300" b="1" dirty="0">
                <a:solidFill>
                  <a:srgbClr val="7C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concentration risk — 3 of top 5 ads are Berry Cola. Diversify creatives.
</a:t>
            </a:r>
            <a:r>
              <a:rPr lang="en-US" sz="1300" b="1" dirty="0">
                <a:solidFill>
                  <a:srgbClr val="7A9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BC_H2 just launched and is already a winner. Watch it and scale._-–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1139</Words>
  <Application>Microsoft Office PowerPoint</Application>
  <PresentationFormat>On-screen Show (16:9)</PresentationFormat>
  <Paragraphs>236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Waterful — Meta Ads Performance · May 1 – Jun 11, 2026</dc:title>
  <dc:subject>PptxGenJS Presentation</dc:subject>
  <dc:creator>Waterful Dashboard</dc:creator>
  <cp:lastModifiedBy>Prabha K</cp:lastModifiedBy>
  <cp:revision>1</cp:revision>
  <dcterms:created xsi:type="dcterms:W3CDTF">2026-06-15T05:49:22Z</dcterms:created>
  <dcterms:modified xsi:type="dcterms:W3CDTF">2026-06-15T06:12:47Z</dcterms:modified>
</cp:coreProperties>
</file>